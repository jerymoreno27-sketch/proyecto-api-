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729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98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WEB STORAGE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de datos en el navegador con localStorage y sessionStorage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377440" cy="45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tema y ejercicios prácticos</a:t>
            </a:r>
            <a:endParaRPr lang="en-US" sz="13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E304026-6C30-6853-750B-B2093FC53FF0}"/>
              </a:ext>
            </a:extLst>
          </p:cNvPr>
          <p:cNvSpPr txBox="1"/>
          <p:nvPr/>
        </p:nvSpPr>
        <p:spPr>
          <a:xfrm>
            <a:off x="822960" y="4279066"/>
            <a:ext cx="291137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Integrantes: </a:t>
            </a:r>
          </a:p>
          <a:p>
            <a:r>
              <a:rPr lang="es-MX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Pérez Alarcón </a:t>
            </a:r>
            <a:r>
              <a:rPr lang="es-MX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Karol</a:t>
            </a:r>
            <a:r>
              <a:rPr lang="es-MX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Isaac</a:t>
            </a:r>
          </a:p>
          <a:p>
            <a:r>
              <a:rPr lang="es-MX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Tucto Moreno Jheremy</a:t>
            </a:r>
            <a:br>
              <a:rPr lang="es-MX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s-MX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Guerrero Corcuera Sergio</a:t>
            </a:r>
          </a:p>
          <a:p>
            <a:r>
              <a:rPr lang="es-MX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Saucedo Centurión </a:t>
            </a:r>
            <a:r>
              <a:rPr lang="es-MX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Jhosmer</a:t>
            </a:r>
            <a:endParaRPr lang="es-MX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s-MX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Vásquez </a:t>
            </a:r>
            <a:r>
              <a:rPr lang="es-MX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Vásquez</a:t>
            </a:r>
            <a:r>
              <a:rPr lang="es-MX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Abner</a:t>
            </a:r>
            <a:endParaRPr lang="es-PE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1463040" cy="45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Web Storage </a:t>
            </a: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guardar información en el navegador del usuario para que una página web pueda usarla más tarde.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las cookies, ofrece un almacenamiento más práctico y flexible para datos que no necesitan enviarse al servidor en cada solicitud.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a ella, las aplicaciones web pueden recordar preferencias, guardar información temporal o mantener datos durante la sesión del usuario.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589520" y="16002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1016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7589520" y="1600200"/>
            <a:ext cx="3931920" cy="457200"/>
          </a:xfrm>
          <a:prstGeom prst="roundRect">
            <a:avLst>
              <a:gd name="adj" fmla="val 24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7790688" y="1783080"/>
            <a:ext cx="100584" cy="10058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7973568" y="1783080"/>
            <a:ext cx="100584" cy="100584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8156448" y="1783080"/>
            <a:ext cx="100584" cy="100584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8412480" y="1600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2331720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4F7FA"/>
          </a:solidFill>
          <a:ln w="12700">
            <a:solidFill>
              <a:srgbClr val="E3EA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001000" y="233172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0" y="23317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"Jheremy"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63840" y="3044952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4F7FA"/>
          </a:solidFill>
          <a:ln w="12700">
            <a:solidFill>
              <a:srgbClr val="E3EA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8001000" y="304495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0" y="304495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"oscuro"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63840" y="3758184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4F7FA"/>
          </a:solidFill>
          <a:ln w="12700">
            <a:solidFill>
              <a:srgbClr val="E3EA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8001000" y="37581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colorFav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0" y="375818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"#F44336"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63840" y="4608576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permanecen guardados en el navegador, listos para usarse de nuevo.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Web Storage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— Dos mecanismos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1463040" cy="45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Web Storage se basa en dos mecanismos principales para guardar datos como texto en el navegador.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5400000" algn="bl" rotWithShape="0">
              <a:srgbClr val="1B243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960120" y="24688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828800" y="24688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localStorage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289864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 — no caduca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3429000"/>
            <a:ext cx="4617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datos de forma persistente en el navegador.</a:t>
            </a: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permanecen aunque el usuario cierre la pestaña o reinicie el navegador.</a:t>
            </a: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usa, por ejemplo, para recordar configuraciones o preferencias del usuario.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25780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5400000" algn="bl" rotWithShape="0">
              <a:srgbClr val="1B243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6583680" y="24688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58368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452360" y="24688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sessionStorage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52360" y="289864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— dura la sesión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0" y="3429000"/>
            <a:ext cx="4617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información solo mientras la pestaña o la sesión del navegador está abierta.</a:t>
            </a: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pestaña se cierra, los datos se eliminan automáticamente.</a:t>
            </a: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datos temporales de una sola visita.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Web Storage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principales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1463040" cy="45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1B2430">
                <a:alpha val="13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914400" y="24231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691640" y="23774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texto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datos como cadenas de caracteres; números y booleanos se guardan convirtiéndolos previamente.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1B2430">
                <a:alpha val="13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6537960" y="24231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315200" y="23774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rápido y sencillo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37960" y="301752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más simple de usar que otras formas de almacenamiento y se accede fácilmente desde JavaScript.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1B2430">
                <a:alpha val="13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914400" y="46634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914400" y="4663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⇆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691640" y="46177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viaja al servidor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14400" y="52578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guardados no se envían automáticamente al servidor en cada petición HTTP.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3891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1B2430">
                <a:alpha val="13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6537960" y="46634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6537960" y="4663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315200" y="46177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 la privacidad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37960" y="52578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no enviarse en cada solicitud, reduce el uso de recursos y expone menos información.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Web Storage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07008"/>
            <a:ext cx="1463040" cy="45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065A82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914400" y="185623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clave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experiencia del usuario al recordar datos sin necesidad de un servidor.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C7293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6537960" y="185623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espacio de almacenamiento es limitado, menor que otras soluciones de guardado.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E4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Web Storage es una herramienta útil para guardar información en el navegador de manera sencilla y eficiente. Su uso es especialmente conveniente para preferencias, estados temporales y pequeñas cantidades de información.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resumen, Web Storage facilita el desarrollo de aplicaciones web más dinámicas y amigables.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Web Storage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1295C">
              <a:alpha val="5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9326880" y="4114800"/>
            <a:ext cx="5029200" cy="5029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Ejercicios prácticos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68680" y="3703320"/>
            <a:ext cx="2011680" cy="457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ejemplos con localStorage y sessionStorage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1: Web Storage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3560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C7293">
              <a:alpha val="8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1435608" y="9875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11112" y="1399032"/>
            <a:ext cx="5248656" cy="4882896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1016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pic>
        <p:nvPicPr>
          <p:cNvPr id="8" name="Image 0" descr="/mnt/user-data/uploads/1785783738748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0840" y="1508760"/>
            <a:ext cx="5029200" cy="4663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161848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640080" y="1618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11" name="Text 8"/>
          <p:cNvSpPr/>
          <p:nvPr/>
        </p:nvSpPr>
        <p:spPr>
          <a:xfrm>
            <a:off x="1143000" y="1490472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escribe un nombre en el cuadro de texto.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251460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640080" y="2514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14" name="Text 11"/>
          <p:cNvSpPr/>
          <p:nvPr/>
        </p:nvSpPr>
        <p:spPr>
          <a:xfrm>
            <a:off x="1143000" y="2386584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presionar “Guardar”, el nombre se almacena en el navegador con localStorage.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41071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3"/>
          <p:cNvSpPr/>
          <p:nvPr/>
        </p:nvSpPr>
        <p:spPr>
          <a:xfrm>
            <a:off x="640080" y="3410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17" name="Text 14"/>
          <p:cNvSpPr/>
          <p:nvPr/>
        </p:nvSpPr>
        <p:spPr>
          <a:xfrm>
            <a:off x="1143000" y="3282696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botón “Cargar” recupera el nombre guardado y “Borrar” lo elimina.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" y="4306824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6"/>
          <p:cNvSpPr/>
          <p:nvPr/>
        </p:nvSpPr>
        <p:spPr>
          <a:xfrm>
            <a:off x="640080" y="4306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20" name="Text 17"/>
          <p:cNvSpPr/>
          <p:nvPr/>
        </p:nvSpPr>
        <p:spPr>
          <a:xfrm>
            <a:off x="1143000" y="417880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Enseña de forma simple cómo recordar datos sin necesidad de un servidor.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Web Storage — Ejercicios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2: ¿Cómo estuvo tu día?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3560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C7293">
              <a:alpha val="8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1435608" y="9875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11112" y="1399032"/>
            <a:ext cx="5248656" cy="4882896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1016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pic>
        <p:nvPicPr>
          <p:cNvPr id="8" name="Image 0" descr="/mnt/user-data/uploads/1785783769879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0840" y="1508760"/>
            <a:ext cx="5029200" cy="4663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161848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640080" y="1618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11" name="Text 8"/>
          <p:cNvSpPr/>
          <p:nvPr/>
        </p:nvSpPr>
        <p:spPr>
          <a:xfrm>
            <a:off x="1143000" y="1490472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selecciona una opción del menú: Excelente, Bueno, Regular o Malo.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251460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640080" y="2514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14" name="Text 11"/>
          <p:cNvSpPr/>
          <p:nvPr/>
        </p:nvSpPr>
        <p:spPr>
          <a:xfrm>
            <a:off x="1143000" y="2386584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hacer clic en “Guardar”, el estado se almacena en el navegador.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41071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3"/>
          <p:cNvSpPr/>
          <p:nvPr/>
        </p:nvSpPr>
        <p:spPr>
          <a:xfrm>
            <a:off x="640080" y="3410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17" name="Text 14"/>
          <p:cNvSpPr/>
          <p:nvPr/>
        </p:nvSpPr>
        <p:spPr>
          <a:xfrm>
            <a:off x="1143000" y="3282696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“Consultar” muestra el último estado guardado; “Limpiar” lo elimina.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" y="4306824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6"/>
          <p:cNvSpPr/>
          <p:nvPr/>
        </p:nvSpPr>
        <p:spPr>
          <a:xfrm>
            <a:off x="640080" y="4306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20" name="Text 17"/>
          <p:cNvSpPr/>
          <p:nvPr/>
        </p:nvSpPr>
        <p:spPr>
          <a:xfrm>
            <a:off x="1143000" y="417880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permanece guardada incluso si se cierra la página.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Web Storage — Ejercicios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3: Color de Fondo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3560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C7293">
              <a:alpha val="8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1435608" y="9875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11112" y="1399032"/>
            <a:ext cx="5248656" cy="4882896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1016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pic>
        <p:nvPicPr>
          <p:cNvPr id="8" name="Image 0" descr="/mnt/user-data/uploads/1785783843363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0840" y="1508760"/>
            <a:ext cx="5029200" cy="4663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161848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640080" y="1618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11" name="Text 8"/>
          <p:cNvSpPr/>
          <p:nvPr/>
        </p:nvSpPr>
        <p:spPr>
          <a:xfrm>
            <a:off x="1143000" y="1490472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permite elegir un color de fondo entre tres botones: Azul, Verde o Blanco.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251460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640080" y="2514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14" name="Text 11"/>
          <p:cNvSpPr/>
          <p:nvPr/>
        </p:nvSpPr>
        <p:spPr>
          <a:xfrm>
            <a:off x="1143000" y="2386584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elegir un color, este se guarda en el navegador con localStorage.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41071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3"/>
          <p:cNvSpPr/>
          <p:nvPr/>
        </p:nvSpPr>
        <p:spPr>
          <a:xfrm>
            <a:off x="640080" y="3410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17" name="Text 14"/>
          <p:cNvSpPr/>
          <p:nvPr/>
        </p:nvSpPr>
        <p:spPr>
          <a:xfrm>
            <a:off x="1143000" y="3282696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volver a abrir o actualizar la página, el color se carga automáticamente.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" y="4306824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6"/>
          <p:cNvSpPr/>
          <p:nvPr/>
        </p:nvSpPr>
        <p:spPr>
          <a:xfrm>
            <a:off x="640080" y="4306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20" name="Text 17"/>
          <p:cNvSpPr/>
          <p:nvPr/>
        </p:nvSpPr>
        <p:spPr>
          <a:xfrm>
            <a:off x="1143000" y="417880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sencillo de guardar preferencias del usuario con HTML5, CSS y JavaScript.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Web Storage — Ejercicios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4: Tu color favorito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3560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C7293">
              <a:alpha val="8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1435608" y="9875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11112" y="1399032"/>
            <a:ext cx="5248656" cy="4882896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1016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pic>
        <p:nvPicPr>
          <p:cNvPr id="8" name="Image 0" descr="/mnt/user-data/uploads/1785783888786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0840" y="1508760"/>
            <a:ext cx="5029200" cy="4663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161848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640080" y="1618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11" name="Text 8"/>
          <p:cNvSpPr/>
          <p:nvPr/>
        </p:nvSpPr>
        <p:spPr>
          <a:xfrm>
            <a:off x="1143000" y="1490472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elige un color con un selector de color (color picker).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251460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640080" y="2514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14" name="Text 11"/>
          <p:cNvSpPr/>
          <p:nvPr/>
        </p:nvSpPr>
        <p:spPr>
          <a:xfrm>
            <a:off x="1143000" y="2386584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“Guardar” registra el color aunque se cierre la página; “Mostrar” lo recupera y lo aplica al texto.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41071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3"/>
          <p:cNvSpPr/>
          <p:nvPr/>
        </p:nvSpPr>
        <p:spPr>
          <a:xfrm>
            <a:off x="640080" y="3410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17" name="Text 14"/>
          <p:cNvSpPr/>
          <p:nvPr/>
        </p:nvSpPr>
        <p:spPr>
          <a:xfrm>
            <a:off x="1143000" y="3282696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“Eliminar” borra el dato almacenado.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" y="4306824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6"/>
          <p:cNvSpPr/>
          <p:nvPr/>
        </p:nvSpPr>
        <p:spPr>
          <a:xfrm>
            <a:off x="640080" y="4306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20" name="Text 17"/>
          <p:cNvSpPr/>
          <p:nvPr/>
        </p:nvSpPr>
        <p:spPr>
          <a:xfrm>
            <a:off x="1143000" y="417880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Demuestra que Web Storage guarda no solo texto, sino también otros valores como colores.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Web Storage — Ejercicios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5: Nombre temporal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3560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C7293">
              <a:alpha val="8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1435608" y="9875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sessionStorage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11112" y="1399032"/>
            <a:ext cx="5248656" cy="4882896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1016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pic>
        <p:nvPicPr>
          <p:cNvPr id="8" name="Image 0" descr="/mnt/user-data/uploads/1785783926941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0840" y="1508760"/>
            <a:ext cx="5029200" cy="4663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161848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640080" y="1618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11" name="Text 8"/>
          <p:cNvSpPr/>
          <p:nvPr/>
        </p:nvSpPr>
        <p:spPr>
          <a:xfrm>
            <a:off x="1143000" y="1490472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del usuario se guarda en sessionStorage, no en localStorage.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251460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640080" y="2514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14" name="Text 11"/>
          <p:cNvSpPr/>
          <p:nvPr/>
        </p:nvSpPr>
        <p:spPr>
          <a:xfrm>
            <a:off x="1143000" y="2386584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solo se mantiene mientras la pestaña del navegador está abierta.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41071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3"/>
          <p:cNvSpPr/>
          <p:nvPr/>
        </p:nvSpPr>
        <p:spPr>
          <a:xfrm>
            <a:off x="640080" y="3410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17" name="Text 14"/>
          <p:cNvSpPr/>
          <p:nvPr/>
        </p:nvSpPr>
        <p:spPr>
          <a:xfrm>
            <a:off x="1143000" y="3282696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cerrar la pestaña o el navegador, el dato se pierde automáticamente.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" y="4306824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6"/>
          <p:cNvSpPr/>
          <p:nvPr/>
        </p:nvSpPr>
        <p:spPr>
          <a:xfrm>
            <a:off x="640080" y="4306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4" dirty="0"/>
          </a:p>
        </p:txBody>
      </p:sp>
      <p:sp>
        <p:nvSpPr>
          <p:cNvPr id="20" name="Text 17"/>
          <p:cNvSpPr/>
          <p:nvPr/>
        </p:nvSpPr>
        <p:spPr>
          <a:xfrm>
            <a:off x="1143000" y="417880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datos temporales, como formularios o preferencias rápidas de una sesión.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Web Storage — Ejercicios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825</Words>
  <Application>Microsoft Office PowerPoint</Application>
  <PresentationFormat>Panorámica</PresentationFormat>
  <Paragraphs>145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Jheremy Tucto Moreno</cp:lastModifiedBy>
  <cp:revision>2</cp:revision>
  <dcterms:created xsi:type="dcterms:W3CDTF">2026-08-03T19:08:53Z</dcterms:created>
  <dcterms:modified xsi:type="dcterms:W3CDTF">2026-08-03T19:22:15Z</dcterms:modified>
</cp:coreProperties>
</file>